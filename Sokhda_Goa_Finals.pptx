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village, Sokhda in Vadodara district. 966 plots, median a quarter of a hectare. Six</a:t>
            </a:r>
          </a:p>
          <a:p>
            <a:r>
              <a:t>Capella X-band HH passes, June to November. No labels, no leaderboard.</a:t>
            </a:r>
          </a:p>
          <a:p/>
          <a:p>
            <a:r>
              <a:t>Two things the brief says that the files do not. It says an expanded set of villages; the</a:t>
            </a:r>
          </a:p>
          <a:p>
            <a:r>
              <a:t>village shapefile holds one polygon. It says the crop classification is carried forward; the</a:t>
            </a:r>
          </a:p>
          <a:p>
            <a:r>
              <a:t>farm shapefile has five fields and none is a crop. So we re-derived the labels.</a:t>
            </a:r>
          </a:p>
          <a:p/>
          <a:p>
            <a:r>
              <a:t>There is nothing to fit, so validation is the deliverable. Seventeen predictions were written</a:t>
            </a:r>
          </a:p>
          <a:p>
            <a:r>
              <a:t>down before the data that could test them was opened, and nine were contradicted.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 method, this. June in red, August in green, November in blue -- the same</a:t>
            </a:r>
          </a:p>
          <a:p>
            <a:r>
              <a:t>calibrated gamma-nought, nothing else done to it. The field pattern falls out of the colour.</a:t>
            </a:r>
          </a:p>
          <a:p/>
          <a:p>
            <a:r>
              <a:t>Green is a canopy that peaked in August and was gone by November. Blue and magenta are still</a:t>
            </a:r>
          </a:p>
          <a:p>
            <a:r>
              <a:t>bright on the twelfth -- cotton, and the twelve long-duration parcels. Grey did not change:</a:t>
            </a:r>
          </a:p>
          <a:p>
            <a:r>
              <a:t>roads, bunds, the village. If X-band could not see this season plot by plot, it would be grey</a:t>
            </a:r>
          </a:p>
          <a:p>
            <a:r>
              <a:t>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passes look left from about 135 degrees. T5, the 29th of October, looks right from 318 --</a:t>
            </a:r>
          </a:p>
          <a:p>
            <a:r>
              <a:t>shadow and layover fall on the opposite side of every bund. It is also a 01:37 pass at maximum</a:t>
            </a:r>
          </a:p>
          <a:p>
            <a:r>
              <a:t>canopy dew, following 63 millimetres of rain in three days.</a:t>
            </a:r>
          </a:p>
          <a:p/>
          <a:p>
            <a:r>
              <a:t>It broke the co-registration matcher, reporting a 108 metre shift. We diagnosed instead of</a:t>
            </a:r>
          </a:p>
          <a:p>
            <a:r>
              <a:t>clamping: its correlation peak is a third of the stack's and nearly flat, the reversed look</a:t>
            </a:r>
          </a:p>
          <a:p>
            <a:r>
              <a:t>expressed as a statistic.</a:t>
            </a:r>
          </a:p>
          <a:p/>
          <a:p>
            <a:r>
              <a:t>Its residual is not a constant offset -- it changes sign with brightness -- so T5's level is</a:t>
            </a:r>
          </a:p>
          <a:p>
            <a:r>
              <a:t>replaced by the T4-T6 interpolation. Only the residual survives, as a weak covariate.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of the five crops are darkest at what looks like peak canopy, which reads as the canopy</a:t>
            </a:r>
          </a:p>
          <a:p>
            <a:r>
              <a:t>attenuating the surface return. We wrote that into a module constant above the code that opens</a:t>
            </a:r>
          </a:p>
          <a:p>
            <a:r>
              <a:t>the optical file, and it has not been edited since.</a:t>
            </a:r>
          </a:p>
          <a:p/>
          <a:p>
            <a:r>
              <a:t>Sentinel-2 lands on a Capella date twice. We difference both instruments, so plot size, soil</a:t>
            </a:r>
          </a:p>
          <a:p>
            <a:r>
              <a:t>texture and row orientation cancel. The answer is positive on all five crops. Greener is</a:t>
            </a:r>
          </a:p>
          <a:p>
            <a:r>
              <a:t>brighter here. Our sign-agnostic design scored minus 0.085; the signed form scores plus 0.564.</a:t>
            </a:r>
          </a:p>
          <a:p>
            <a:r>
              <a:t>It was not conservative, it was empty, and we rebuilt the module rather than patch it.</a:t>
            </a:r>
          </a:p>
          <a:p/>
          <a:p>
            <a:r>
              <a:t>And where that arbiter came from: luck. Cloud-free optical coincided with a Capella pass twice</a:t>
            </a:r>
          </a:p>
          <a:p>
            <a:r>
              <a:t>in six, and T5's only candidate was 79 percent cloud, which is why the T5 control does not</a:t>
            </a:r>
          </a:p>
          <a:p>
            <a:r>
              <a:t>exist. The one thing the radar could not settle alone needed a second instrument on the same</a:t>
            </a:r>
          </a:p>
          <a:p>
            <a:r>
              <a:t>day, and we got one by coincidence rather than design.</a:t>
            </a:r>
          </a:p>
          <a:p/>
          <a:p>
            <a:r>
              <a:t>The same test refused the per-plot harvest date we promised, and we deleted it: three canopy</a:t>
            </a:r>
          </a:p>
          <a:p>
            <a:r>
              <a:t>observations with a sixty-day gap cannot locate a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November acquisitions add the discriminator four dates could not: bajra off the field by</a:t>
            </a:r>
          </a:p>
          <a:p>
            <a:r>
              <a:t>late September, maize in October, groundnut lifted October-November, cotton still standing.</a:t>
            </a:r>
          </a:p>
          <a:p>
            <a:r>
              <a:t>Cotton does not cluster, so its rule is per plot and in absolute decibels.</a:t>
            </a:r>
          </a:p>
          <a:p/>
          <a:p>
            <a:r>
              <a:t>We aimed to raise tier-1 coverage above Round 2's 31.6 percent. We did not: 26.5, a missed</a:t>
            </a:r>
          </a:p>
          <a:p>
            <a:r>
              <a:t>target. What improved is stability -- tier-1 is 100 percent stable across every clustering</a:t>
            </a:r>
          </a:p>
          <a:p>
            <a:r>
              <a:t>setting, where Round 2's could halve.</a:t>
            </a:r>
          </a:p>
          <a:p/>
          <a:p>
            <a:r>
              <a:t>Two defects, one found by Kaggle and one by an audit of ourselves. The ranking axis for the</a:t>
            </a:r>
          </a:p>
          <a:p>
            <a:r>
              <a:t>allocated remainder was the November canopy clipped at zero, so 403 of 793 plots sat at exactly</a:t>
            </a:r>
          </a:p>
          <a:p>
            <a:r>
              <a:t>zero and sort order decided the bajra-maize cut. Two machines, same code, 39 plots different.</a:t>
            </a:r>
          </a:p>
          <a:p>
            <a:r>
              <a:t>The signed departure separates that block across 392 values.</a:t>
            </a:r>
          </a:p>
          <a:p/>
          <a:p>
            <a:r>
              <a:t>We then reported the re-ranking confirmed by optical data. It is not. Our own audit found the</a:t>
            </a:r>
          </a:p>
          <a:p>
            <a:r>
              <a:t>test still residualising against the axis from before the fix. Corrected, tier-2 labels carry</a:t>
            </a:r>
          </a:p>
          <a:p>
            <a:r>
              <a:t>no optical information beyond their own axis while the tier-1 control does. Tier 2 is an</a:t>
            </a:r>
          </a:p>
          <a:p>
            <a:r>
              <a:t>allocation, which is what this slide has called it all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modulation term, not three. Round 2 measured its own problem: within a cohort its health</a:t>
            </a:r>
          </a:p>
          <a:p>
            <a:r>
              <a:t>index and yield estimate correlated at exactly 1.000 -- one ranking under two names.</a:t>
            </a:r>
          </a:p>
          <a:p/>
          <a:p>
            <a:r>
              <a:t>The reference yield inverted our planning assumption. Sokhda's monsoon was 119 percent of its</a:t>
            </a:r>
          </a:p>
          <a:p>
            <a:r>
              <a:t>thirty-year mean, so we had planned to adjust last year's yield upward. The state estimate</a:t>
            </a:r>
          </a:p>
          <a:p>
            <a:r>
              <a:t>says the opposite: Gujarat kharif rice and bajra hit five-year lows, minus 29 and minus 26</a:t>
            </a:r>
          </a:p>
          <a:p>
            <a:r>
              <a:t>percent, in an excess-rain season -- the Narmada overflowed inside the paddy grain-fill</a:t>
            </a:r>
          </a:p>
          <a:p>
            <a:r>
              <a:t>window. Had we applied our elasticity, rice would have been forecast above a reference the</a:t>
            </a:r>
          </a:p>
          <a:p>
            <a:r>
              <a:t>state measured 29 percent below. That correction came from checking a source, not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Groundnut 341 plots and 332 tonnes, maize 313 and 274, rice 111 and 128, bajra 139 and 87,</a:t>
            </a:r>
          </a:p>
          <a:p>
            <a:r>
              <a:t>cotton 62 and 74. The shipped table is 966 rows and 21 columns and carries the whole chain,</a:t>
            </a:r>
          </a:p>
          <a:p>
            <a:r>
              <a:t>not the answer alone.</a:t>
            </a:r>
          </a:p>
          <a:p/>
          <a:p>
            <a:r>
              <a:t>We priced the total by re-running the chain under each source. State reference at a stated ten</a:t>
            </a:r>
          </a:p>
          <a:p>
            <a:r>
              <a:t>percent, plus or minus 89 tonnes. The district crop mix, which allocates three of our five</a:t>
            </a:r>
          </a:p>
          <a:p>
            <a:r>
              <a:t>cohorts, 62. Round 2's labels 7, speckle 3, tie ordering zero.</a:t>
            </a:r>
          </a:p>
          <a:p/>
          <a:p>
            <a:r>
              <a:t>The mix is the row worth explaining, because we can score it against itself. Rice and cotton</a:t>
            </a:r>
          </a:p>
          <a:p>
            <a:r>
              <a:t>are assigned by threshold rules, not by the mix. The district says rice is 26 percent of area</a:t>
            </a:r>
          </a:p>
          <a:p>
            <a:r>
              <a:t>and cotton 32; we measure 17 and 10. It overstates both, and that disagreement is what we use</a:t>
            </a:r>
          </a:p>
          <a:p>
            <a:r>
              <a:t>to perturb the three crops we cannot check.</a:t>
            </a:r>
          </a:p>
          <a:p/>
          <a:p>
            <a:r>
              <a:t>External assumptions, 151 tonnes. Everything the radar contributes, 9.5. Somebody else's</a:t>
            </a:r>
          </a:p>
          <a:p>
            <a:r>
              <a:t>numbers decide where the line is and how big three of the five cohorts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discounted the unobserved rest of the season with a hand-set constant. Round 3</a:t>
            </a:r>
          </a:p>
          <a:p>
            <a:r>
              <a:t>replaces the discount with measurement, because the stack now contains the harvest for four</a:t>
            </a:r>
          </a:p>
          <a:p>
            <a:r>
              <a:t>of the five crops.</a:t>
            </a:r>
          </a:p>
          <a:p/>
          <a:p>
            <a:r>
              <a:t>Cotton is the only crop whose season runs past the 12th of November, and the only one with a</a:t>
            </a:r>
          </a:p>
          <a:p>
            <a:r>
              <a:t>projected share: 56 percent of its canopy-days. That ships per plot.</a:t>
            </a:r>
          </a:p>
          <a:p/>
          <a:p>
            <a:r>
              <a:t>Nothing in our data observes that window, so we went and found something that does. Sixteen</a:t>
            </a:r>
          </a:p>
          <a:p>
            <a:r>
              <a:t>free Sentinel-1 passes, feeding no feature and no label. Cotton is the only cohort still above</a:t>
            </a:r>
          </a:p>
          <a:p>
            <a:r>
              <a:t>its own June bare soil after the 12th of November, and it rises nearly a decibel through to</a:t>
            </a:r>
          </a:p>
          <a:p>
            <a:r>
              <a:t>the 21st of December. The flat hold is not optimistic. That was written down before we looked.</a:t>
            </a:r>
          </a:p>
          <a:p/>
          <a:p>
            <a:r>
              <a:t>The projection is flat -- last observed canopy carried forward. That is not the rule we</a:t>
            </a:r>
          </a:p>
          <a:p>
            <a:r>
              <a:t>started with, and the next slide is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 on T1 to T4, predict the withheld 12th of November pass, on Round 2's four-date labels so</a:t>
            </a:r>
          </a:p>
          <a:p>
            <a:r>
              <a:t>no November information leaks.</a:t>
            </a:r>
          </a:p>
          <a:p/>
          <a:p>
            <a:r>
              <a:t>Our decaying projection first scored plus 0.284 against persistence. We quote that nowhere. It</a:t>
            </a:r>
          </a:p>
          <a:p>
            <a:r>
              <a:t>predicts a higher canopy, and the scene sits 1.65 decibels above June, so it could be winning</a:t>
            </a:r>
          </a:p>
          <a:p>
            <a:r>
              <a:t>by offsetting a drift neither predictor models. Hand every predictor that drift and it scores</a:t>
            </a:r>
          </a:p>
          <a:p>
            <a:r>
              <a:t>minus 0.409. We deleted it.</a:t>
            </a:r>
          </a:p>
          <a:p/>
          <a:p>
            <a:r>
              <a:t>The flat hold we shipped scores minus 0.119, interval containing zero -- and minus 0.216 on</a:t>
            </a:r>
          </a:p>
          <a:p>
            <a:r>
              <a:t>the 732 plots where the rule actually fires, which is the fairer number and the worse one.</a:t>
            </a:r>
          </a:p>
          <a:p/>
          <a:p>
            <a:r>
              <a:t>The back-test's value was not certifying the model. It was deleting a rule that looked</a:t>
            </a:r>
          </a:p>
          <a:p>
            <a:r>
              <a:t>principled, gave a favourable headline, and did not survive a control built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12th of December and the 16th of January were reserved from the first fetch, and an</a:t>
            </a:r>
          </a:p>
          <a:p>
            <a:r>
              <a:t>assertion greps the source tree and fails the run if any module but the validator names them.</a:t>
            </a:r>
          </a:p>
          <a:p>
            <a:r>
              <a:t>That is a lint, not a proof, and our own audit says so. Both dates sit inside the rabi window,</a:t>
            </a:r>
          </a:p>
          <a:p>
            <a:r>
              <a:t>so what they test is which plots still carry a kharif crop after everything else has finished</a:t>
            </a:r>
          </a:p>
          <a:p>
            <a:r>
              <a:t>-- and cotton alone is picked into January.</a:t>
            </a:r>
          </a:p>
          <a:p/>
          <a:p>
            <a:r>
              <a:t>Cotton's December NDVI is 0.690 against 0.495 to 0.532. A SAR-only label picked the right</a:t>
            </a:r>
          </a:p>
          <a:p>
            <a:r>
              <a:t>plots on a scene it never saw. The negative control matters as much: cleared plots are under</a:t>
            </a:r>
          </a:p>
          <a:p>
            <a:r>
              <a:t>rabi, not bare, so this is not soil quality.</a:t>
            </a:r>
          </a:p>
          <a:p/>
          <a:p>
            <a:r>
              <a:t>One more falsification. Twelve parcels we called an orchard were confirmed in December and</a:t>
            </a:r>
          </a:p>
          <a:p>
            <a:r>
              <a:t>January -- and refused in June, 0.247 against 0.397. Bare in June, so a long-duration monsoon</a:t>
            </a:r>
          </a:p>
          <a:p>
            <a:r>
              <a:t>crop. We renamed the constant and kept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village makes the required village table a single row. The 500 metre grid is what makes</a:t>
            </a:r>
          </a:p>
          <a:p>
            <a:r>
              <a:t>the aggregation an aggregation: 46 cells of at least five farms, 946 of the 966 plots,</a:t>
            </a:r>
          </a:p>
          <a:p>
            <a:r>
              <a:t>spreading 1.50 to 2.80 tonnes per hectare around a village figure of 2.00. The village row is</a:t>
            </a:r>
          </a:p>
          <a:p>
            <a:r>
              <a:t>the sum of the shipped plot file, rounded once before aggregating -- our own cross-check</a:t>
            </a:r>
          </a:p>
          <a:p>
            <a:r>
              <a:t>caught a 0.0015 tonne discrepancy.</a:t>
            </a:r>
          </a:p>
          <a:p/>
          <a:p>
            <a:r>
              <a:t>The roll-up is gated on the village geometry, not the village name: 962 of 966 plots agree</a:t>
            </a:r>
          </a:p>
          <a:p>
            <a:r>
              <a:t>with the attribute, none disagree, and all 447 hectares sit inside a boundary enclosing 1174.</a:t>
            </a:r>
          </a:p>
          <a:p>
            <a:r>
              <a:t>So we report 38 percent of Sokhda -- its digitised farmland, not the village.</a:t>
            </a:r>
          </a:p>
          <a:p/>
          <a:p>
            <a:r>
              <a:t>What we do not claim. Tier-1 covers a quarter of the area, below Round 2, a missed target.</a:t>
            </a:r>
          </a:p>
          <a:p>
            <a:r>
              <a:t>Median peak canopy is 0.77 decibels: real, corroborated, small. X-band is supposed to saturate</a:t>
            </a:r>
          </a:p>
          <a:p>
            <a:r>
              <a:t>early, and that is the first question we expect from this room -- across six NDVI bins the</a:t>
            </a:r>
          </a:p>
          <a:p>
            <a:r>
              <a:t>departure rises monotonically, so over the range these fields occupy it does not saturate.</a:t>
            </a:r>
          </a:p>
          <a:p>
            <a:r>
              <a:t>Plot-level irrigation could produce the same green-and-bright correlation as canopy scattering.</a:t>
            </a:r>
          </a:p>
          <a:p>
            <a:r>
              <a:t>And our projection is no better than persistence.</a:t>
            </a:r>
          </a:p>
          <a:p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Sokhda kharif 2025 — final yield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966 plots · six Capella X-band passes · no ground truth · 893.9 t over 447.5 ha, 2.00 t/ha</a:t>
            </a:r>
          </a:p>
        </p:txBody>
      </p:sp>
      <p:pic>
        <p:nvPicPr>
          <p:cNvPr id="4" name="Picture 3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What the radar actually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Three dates in three colour channels. No model, no classifier, no fitted number.</a:t>
            </a:r>
          </a:p>
        </p:txBody>
      </p:sp>
      <p:pic>
        <p:nvPicPr>
          <p:cNvPr id="4" name="Picture 3" descr="sar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The stack, and the pass that fights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T5 is right-looking, pre-dawn, and follows 63 mm of rain. Its level is never used.</a:t>
            </a:r>
          </a:p>
        </p:txBody>
      </p:sp>
      <p:pic>
        <p:nvPicPr>
          <p:cNvPr id="4" name="Picture 3" descr="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We pre-registered the canopy sign. We were wrong.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Predicted attenuation on four of five crops. Measured +1 on all five, rho = +0.569, n = 813.</a:t>
            </a:r>
          </a:p>
        </p:txBody>
      </p:sp>
      <p:pic>
        <p:nvPicPr>
          <p:cNvPr id="4" name="Picture 3" descr="canopy_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Crop labels, re-derived from six 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Tier-1 coverage fell to 26.5 % — the target was missed, and stability roughly doubled.</a:t>
            </a:r>
          </a:p>
        </p:txBody>
      </p:sp>
      <p:pic>
        <p:nvPicPr>
          <p:cNvPr id="4" name="Picture 3" descr="crop_typ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One measured term on a sourced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Y_final = Y_ref(crop, 2025) × a(season-complete canopy integral)</a:t>
            </a:r>
          </a:p>
        </p:txBody>
      </p:sp>
      <p:pic>
        <p:nvPicPr>
          <p:cNvPr id="4" name="Picture 3" descr="model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The forecast, plot by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893.9 t · 447.5 ha · 2.00 t/ha · ±151 t of that is external assumption, ±9.5 t is the radar</a:t>
            </a:r>
          </a:p>
        </p:txBody>
      </p:sp>
      <p:pic>
        <p:nvPicPr>
          <p:cNvPr id="4" name="Picture 3" descr="yield_forecas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What makes it a forecast and not a restatement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Four crops closed by observation. Cotton alone is 56 % projection, and it says so.</a:t>
            </a:r>
          </a:p>
        </p:txBody>
      </p:sp>
      <p:pic>
        <p:nvPicPr>
          <p:cNvPr id="4" name="Picture 3" descr="extra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The back-test deleted our own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Shipped rule vs persistence: −0.119, 95 % interval [−0.280, +0.022]. It does not beat persistence.</a:t>
            </a:r>
          </a:p>
        </p:txBody>
      </p:sp>
      <p:pic>
        <p:nvPicPr>
          <p:cNvPr id="4" name="Picture 3" descr="back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Two scenes nothing upstream was allowed to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Cotton's December NDVI 0.690 vs 0.495–0.532, one-sided p = 1.26e-11.</a:t>
            </a:r>
          </a:p>
        </p:txBody>
      </p:sp>
      <p:pic>
        <p:nvPicPr>
          <p:cNvPr id="4" name="Picture 3" descr="reserved_op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Helvetica Neue"/>
              </a:rPr>
              <a:t>Aggregation, and what we do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F6B"/>
                </a:solidFill>
                <a:latin typeface="Helvetica Neue"/>
              </a:rPr>
              <a:t>46 zones, 1.50–2.80 t/ha around a village 2.00. Relabelling moves the total by 1.5 %.</a:t>
            </a:r>
          </a:p>
        </p:txBody>
      </p:sp>
      <p:pic>
        <p:nvPicPr>
          <p:cNvPr id="4" name="Picture 3" descr="zon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360" y="150876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